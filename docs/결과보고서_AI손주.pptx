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슬라이드를 이동하려면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fld id="{EC8A7C69-0825-4BD8-8EB6-D2ACD9E96927}" type="slidenum"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EB65DE-D537-47B5-906E-82491C06A8D7}" type="slidenum">
              <a:rPr b="0" lang="en-US" sz="1200" spc="-1" strike="noStrike">
                <a:solidFill>
                  <a:srgbClr val="000000"/>
                </a:solidFill>
                <a:latin typeface="Noto Serif KR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9353AA-A9DB-4D6E-B631-006C00443D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472AFF-B0C1-4C9F-AD9D-161E23E7CB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0115F64-4303-4F0D-AFC0-FAFA75B658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D1854F-2EC5-4031-8AD6-5D42105614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2A90F8A-D0D5-48E4-96CC-85A591BFBC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FB977E9-2ED2-4598-A6C9-F3B161D60B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C91B314-BA9E-4BF0-8FC2-BC974236D8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42F60D-6C44-4463-8C3B-A20418A2B9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3E49BCB-BFF3-4739-B7A9-51AF1606CA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10D4B60-0BB3-456F-8C01-9294FCA99C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7EFE84B-EDCA-4D0A-A064-880CDC027E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ko-KR" sz="60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6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02D202-8D7A-4D3F-8FD3-3DB27EDC5718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개요 텍스트의 서식을 편집하려면 클릭하십시오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2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3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4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8DC672-89BE-4F42-83AB-D7E93BFAFF7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B6658-71DD-46C1-B44E-9E57C232BAF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A85C41-8370-457C-9D68-200029BD38D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60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6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마스터 텍스트 스타일을 편집하려면 클릭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35AA5-3053-4DA1-996F-E5C92DE54DF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83A5FC-DBFF-4DEB-A277-E1A12F95EC2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E0EB4D-F735-496D-91B7-B17FB35C4A6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FB28B1-C1FC-4651-A762-9C358089FBF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EA30DC-35BB-4C36-B257-FCEBA50BA1E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16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D59079-C6A6-4D2A-88D4-DACCC11F776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16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A98B7A-E01D-42BE-B999-53FF726F14C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800000" y="2520000"/>
            <a:ext cx="914364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accent1">
                    <a:lumMod val="75000"/>
                  </a:schemeClr>
                </a:solidFill>
                <a:latin typeface="나눔스퀘어OTF ExtraBold"/>
                <a:ea typeface="나눔스퀘어OTF ExtraBold"/>
              </a:rPr>
              <a:t>AI 손주
</a:t>
            </a:r>
            <a:r>
              <a:rPr b="0" lang="ko-KR" sz="6000" spc="-1" strike="noStrike">
                <a:solidFill>
                  <a:schemeClr val="accent1">
                    <a:lumMod val="75000"/>
                  </a:schemeClr>
                </a:solidFill>
                <a:latin typeface="나눔스퀘어OTF ExtraBold"/>
                <a:ea typeface="나눔스퀘어OTF ExtraBold"/>
              </a:rPr>
              <a:t>결과 보고서</a:t>
            </a:r>
            <a:endParaRPr b="0" lang="en-US" sz="6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4716360" y="4140000"/>
            <a:ext cx="9143640" cy="221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sz="2400">
                <a:latin typeface="나눔스퀘어OTF Bold"/>
              </a:rPr>
              <a:t>참가자 [이름]  (1인 참가)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20000" y="5091120"/>
            <a:ext cx="41702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2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팀명</a:t>
            </a:r>
            <a:r>
              <a:rPr b="0" lang="en-US" sz="2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:  [          ]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*</a:t>
            </a:r>
            <a:r>
              <a:rPr b="0" lang="ko-KR" sz="1400" spc="-1" strike="noStrike">
                <a:solidFill>
                  <a:schemeClr val="dk1"/>
                </a:solidFill>
                <a:latin typeface="나눔스퀘어"/>
                <a:ea typeface="나눔스퀘어"/>
              </a:rPr>
              <a:t>개인의 경우 생략 가능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제목 1"/>
          <p:cNvSpPr/>
          <p:nvPr/>
        </p:nvSpPr>
        <p:spPr>
          <a:xfrm>
            <a:off x="1523880" y="894240"/>
            <a:ext cx="9143640" cy="11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200" spc="-1" strike="noStrike">
                <a:solidFill>
                  <a:schemeClr val="accent1">
                    <a:lumMod val="75000"/>
                  </a:schemeClr>
                </a:solidFill>
                <a:latin typeface="나눔스퀘어OTF ExtraBold"/>
                <a:ea typeface="나눔스퀘어OTF ExtraBold"/>
              </a:rPr>
              <a:t>2026 </a:t>
            </a:r>
            <a:r>
              <a:rPr b="0" lang="ko-KR" sz="3200" spc="-1" strike="noStrike">
                <a:solidFill>
                  <a:schemeClr val="accent1">
                    <a:lumMod val="75000"/>
                  </a:schemeClr>
                </a:solidFill>
                <a:latin typeface="나눔스퀘어OTF ExtraBold"/>
                <a:ea typeface="나눔스퀘어OTF ExtraBold"/>
              </a:rPr>
              <a:t>전국 청소년 </a:t>
            </a:r>
            <a:r>
              <a:rPr b="0" lang="en-US" sz="3200" spc="-1" strike="noStrike">
                <a:solidFill>
                  <a:schemeClr val="accent1">
                    <a:lumMod val="75000"/>
                  </a:schemeClr>
                </a:solidFill>
                <a:latin typeface="나눔스퀘어OTF ExtraBold"/>
                <a:ea typeface="나눔스퀘어OTF ExtraBold"/>
              </a:rPr>
              <a:t>SW·AI</a:t>
            </a:r>
            <a:r>
              <a:rPr b="0" lang="ko-KR" sz="3200" spc="-1" strike="noStrike">
                <a:solidFill>
                  <a:schemeClr val="accent1">
                    <a:lumMod val="75000"/>
                  </a:schemeClr>
                </a:solidFill>
                <a:latin typeface="나눔스퀘어OTF ExtraBold"/>
                <a:ea typeface="나눔스퀘어OTF ExtraBold"/>
              </a:rPr>
              <a:t>경진대회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1. </a:t>
            </a: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선정한 주제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wrap="square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000"/>
              </a:spcAft>
              <a:buNone/>
              <a:tabLst>
                <a:tab algn="l" pos="0"/>
              </a:tabLst>
            </a:pPr>
            <a:r>
              <a:rPr sz="2000" b="1">
                <a:solidFill>
                  <a:srgbClr val="1B64DA"/>
                </a:solidFill>
                <a:latin typeface="맑은 고딕"/>
              </a:rPr>
              <a:t>고령층의 생활 속 디지털 소외 및 정보 격차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8개 주제 중 1번 주제를 선택했습니다.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스마트폰과 각종 서류가 어려운 어르신들이 겪는 정보 격차를,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‘손주처럼 알려주는 AI’로 좁히고자 합니다.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459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2. </a:t>
            </a: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해결하고 싶은 구체적인 문제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wrap="square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sz="1400" b="1">
                <a:solidFill>
                  <a:srgbClr val="1B64DA"/>
                </a:solidFill>
                <a:latin typeface="맑은 고딕"/>
              </a:rPr>
              <a:t>① 어려운 서류의 장벽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계약서·고지서·보험 안내문은 전문용어와 작은 글씨로 가득합니다. 내용을 이해하지 못한 채 서명한 어르신은 위약금·자동 갱신 같은 불리한 조항과 보이스피싱 피해에 그대로 노출됩니다.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B64DA"/>
                </a:solidFill>
                <a:latin typeface="맑은 고딕"/>
              </a:rPr>
              <a:t>② 스마트폰 사용의 장벽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설정 하나 바꾸려 해도 어디를 눌러야 할지 몰라 매번 자녀에게 전화합니다. 검색해도 내 폰 화면과 설명이 달라 따라 하기 어렵고, ‘잘못 누르면 큰일 난다’는 두려움에 시도조차 못 합니다.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B64DA"/>
                </a:solidFill>
                <a:latin typeface="맑은 고딕"/>
              </a:rPr>
              <a:t>③ 누가, 왜 어려움을 겪는가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65세 이상 고령층은 디지털 격차의 최대 피해자이자 보이스피싱의 최대 표적이지만, 정작 옆에서 차근차근 알려줄 사람이 없습니다.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3. </a:t>
            </a: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아이디어 및 핵심 기능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wrap="square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600"/>
              </a:spcAft>
              <a:buNone/>
              <a:tabLst>
                <a:tab algn="l" pos="0"/>
              </a:tabLst>
            </a:pPr>
            <a:r>
              <a:rPr sz="1300" b="1">
                <a:solidFill>
                  <a:srgbClr val="1B64DA"/>
                </a:solidFill>
                <a:latin typeface="맑은 고딕"/>
              </a:rPr>
              <a:t>서비스명: AI 손주 — 손주처럼 알려주는 어르신 디지털 도우미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설치·회원가입 없이 링크만 열면 쓰는 웹앱. 큰 글씨·큰 버튼·음성 안내로 누구나 사용.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① 서류 해석  계약서를 사진 찍으면 쉬운 말 요약 + 위약금 등 독소조항 경고 + 어려운 용어 풀이, 음성으로 읽어줌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② 폰 배우기  “무음으로 바꿔줘”라고 말하면 AI가 가상 폰 위에 따라하기 순서를 직접 설계하고, 누를 곳을 짚어주며 안전하게 연습 (틀려도 괜찮음)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③ 사기 검사  수상한 문자를 ‘사기·주의·안심’ 3단계로 판별하고 근거 설명 + 112·1332 신고 전화 연결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④ 지난 기록·가족 공유  결과를 저장해 다시 보고, 카카오톡으로 자녀에게 바로 전달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684"/>
                </a:solidFill>
                <a:latin typeface="맑은 고딕"/>
              </a:rPr>
              <a:t>기술: Google Gemini 멀티모달 AI(문서·화면 인식) + 음성 입출력, 서버 없이 동작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4. </a:t>
            </a: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서비스 활용 및 기대 효과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2103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wrap="square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600"/>
              </a:spcAft>
              <a:buNone/>
              <a:tabLst>
                <a:tab algn="l" pos="0"/>
              </a:tabLst>
            </a:pPr>
            <a:r>
              <a:rPr sz="1300" b="1">
                <a:solidFill>
                  <a:srgbClr val="1B64DA"/>
                </a:solidFill>
                <a:latin typeface="맑은 고딕"/>
              </a:rPr>
              <a:t>사용 단계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1. 링크를 열거나 홈 화면 앱을 실행합니다.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2. 궁금한 것을 말하거나, 서류·폰 화면을 사진 찍습니다.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3. AI가 쉬운 말로 설명하고, 화면 위에 ‘여기를 누르세요’를 짚어줍니다.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4. 음성으로 듣고, 필요하면 가족에게 공유합니다.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B64DA"/>
                </a:solidFill>
                <a:latin typeface="맑은 고딕"/>
              </a:rPr>
              <a:t>SDGs 기여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• SDG 10 불평등 완화 — 세대 간 디지털 격차 해소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• SDG 3 건강과 안전 — 보이스피싱·사기 피해 예방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• SDG 4 양질의 교육 — 반복 연습으로 디지털 자립 지원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7684"/>
                </a:solidFill>
                <a:latin typeface="맑은 고딕"/>
              </a:rPr>
              <a:t>기대 효과: 금전 피해 예방, 스스로 해결하는 디지털 자립, 운영비 0원으로 복지관·경로당에 QR 하나로 보급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역할분담</a:t>
            </a:r>
            <a:r>
              <a:rPr b="0" lang="ko-KR" sz="1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　</a:t>
            </a: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및</a:t>
            </a:r>
            <a:r>
              <a:rPr b="0" lang="ko-KR" sz="1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　</a:t>
            </a:r>
            <a:r>
              <a:rPr b="0" lang="ko-KR" sz="44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협업 </a:t>
            </a:r>
            <a:r>
              <a:rPr b="0" lang="en-US" sz="18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개인의 경우에도 작성</a:t>
            </a:r>
            <a:r>
              <a:rPr b="0" lang="en-US" sz="1800" spc="-1" strike="noStrike">
                <a:solidFill>
                  <a:schemeClr val="dk1"/>
                </a:solidFill>
                <a:latin typeface="나눔스퀘어OTF Bold"/>
                <a:ea typeface="나눔스퀘어OTF Bold"/>
              </a:rPr>
              <a:t>)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wrap="square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600"/>
              </a:spcAft>
              <a:buNone/>
              <a:tabLst>
                <a:tab algn="l" pos="0"/>
              </a:tabLst>
            </a:pPr>
            <a:r>
              <a:rPr sz="1400" b="1">
                <a:solidFill>
                  <a:srgbClr val="1B64DA"/>
                </a:solidFill>
                <a:latin typeface="맑은 고딕"/>
              </a:rPr>
              <a:t>1인 팀 — 기획부터 개발·디자인·AI 연동·배포까지 전 과정을 혼자 수행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• 기획: 고령층 디지털 소외 문제 정의, 핵심 기능 설계 (서류 해석·폰 배우기·사기 검사)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• 개발: HTML·CSS·JavaScript로 웹앱 구현, Google Gemini 멀티모달 AI 연동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• AI 기능: 문서 요약·독소조항 탐지, 화면 인식 좌표로 ‘여기를 누르세요’ 표시,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   가상 폰 위에서 AI가 튜토리얼을 직접 설계하는 연습 모드, 사기 문자 판별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• 접근성 디자인: 큰 글씨·큰 버튼·고대비, 음성 입력(STT)·음성 안내(TTS) 적용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• 안정화: 무료 사용량 초과 시 예비 모델(Gemma) 자동 전환, 오프라인 지원(PWA)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• 배포: GitHub Pages 배포 및 단일 실행 파일 제작, 결과보고서·소개영상 제작</a:t>
            </a:r>
          </a:p>
        </p:txBody>
      </p:sp>
      <p:sp>
        <p:nvSpPr>
          <p:cNvPr id="91" name="내용 개체 틀 2"/>
          <p:cNvSpPr/>
          <p:nvPr/>
        </p:nvSpPr>
        <p:spPr>
          <a:xfrm>
            <a:off x="838080" y="1523520"/>
            <a:ext cx="105152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wrap="square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spcAft>
                <a:spcPts val="800"/>
              </a:spcAft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Application>PPT_Plus/1.0.0.0$Windows_X86_64 LibreOffice_project/</Application>
  <AppVersion>15.0000</AppVersion>
  <Words>257</Words>
  <Paragraphs>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2026-06-10T06:33:17Z</dcterms:created>
  <dc:creator>의찬 이</dc:creator>
  <dc:description/>
  <dc:language>ko-KR</dc:language>
  <cp:lastModifiedBy/>
  <dcterms:modified xsi:type="dcterms:W3CDTF">2026-07-19T09:37:28Z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와이드스크린</vt:lpwstr>
  </property>
  <property fmtid="{D5CDD505-2E9C-101B-9397-08002B2CF9AE}" pid="4" name="Slides">
    <vt:i4>6</vt:i4>
  </property>
</Properties>
</file>